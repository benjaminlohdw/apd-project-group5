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0"/>
    <p:restoredTop sz="94694"/>
  </p:normalViewPr>
  <p:slideViewPr>
    <p:cSldViewPr snapToGrid="0">
      <p:cViewPr varScale="1">
        <p:scale>
          <a:sx n="121" d="100"/>
          <a:sy n="121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4E82-0770-8192-5E6E-88E1CFCA0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45CDA-1903-58AD-3FEF-17CBA1F3A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0F027-D3B6-7094-B042-CCE73C72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41338-35BD-B56B-1F2F-C39538F7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48D19-0CDE-1801-230A-AB5EF994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06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FC39-12DD-03A1-4591-8BB40D1E0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224D1-C118-6A6B-F28A-28DA6B39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CE9A9-F0DA-FE1E-1404-F3C4B8F1F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3055C-6CCD-0621-793C-96C4DC79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F02B3-3F24-4047-B4E7-8963BED0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3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FB0B-D415-B2F4-8F3B-31A983CF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4FDAD-50FE-3D92-EF0F-72D0D800B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A2068-9CF3-86C0-A25D-6035DF4C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50C93-C5E1-AE3B-6CE0-45A93D876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263C8-D053-D792-4A01-2F270C92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0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8598-F990-3629-37BC-17BC15CA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24EB6-F949-FDC3-986E-5E064F1DE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3E1A1-FF3C-2AFF-3909-67919587B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060DF-C1A6-8777-311E-BAD6DA0C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7C1D9-D263-7233-97F9-20750B47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F7AD2-35A9-5E28-0E9E-0233BC46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9169-5929-C208-CB1E-44233ADC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4FFB6-FA03-9AC3-9242-A20545D2F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76C52-C128-6F1F-9BC7-9A87E0D07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791E6-5BF7-E7A2-07A2-492CF773A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6881BC-3CDD-5240-F91F-AEF7AC521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6E8380-F549-776C-006D-9ABC23F5F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D7AB3-7567-8F83-8348-9C5286BD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34A8F-F52C-F82C-F62F-5C1057D3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1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D98D-35EA-96A4-0AEA-1E618A0A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13B109-D3B3-4CF7-5414-4C082C16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C950-C7B5-EFCC-B062-4549B36C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F601E-581F-5ABE-212B-4097F6B4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130CC-FC47-73B5-3F5C-81AE5C196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0861C-8BB7-39E9-7E40-CE7EBE50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9577F-74AC-243A-BA1D-B2EE7BCA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7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BB5A-484D-EC86-559A-EC1ADD5BC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562F3-D3FF-5F02-15A1-9177B8B0B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4F35B-7A71-E892-CD58-E881C33BF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CCE1E-502B-CF0F-8A9A-FCAB2D5C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DE408-2F4C-537E-F355-04765C54F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CB377-F88A-A947-2632-8CB245EF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2121-CCCD-A6FA-F02D-0705B323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4EA231-08EF-17A6-519C-694DD8925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DF564-9E1E-905A-749C-789C83A6C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654C6-0039-BB38-7E3E-3B88DD9B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9B2BF-4904-2E29-EBF2-595AE2EE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5975D-B9FA-68A2-C442-C6EC0A8A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4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73F5-41DF-293B-97D9-25993B8C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BB35A-36AE-C4C4-B4EC-39DE42295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4C69F-9F3D-1BB5-3B83-C225A675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5E2FF-088B-BECF-18E7-98A3EC67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9324-6753-7508-D437-2A938E00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628FA-23E5-0A1D-40B1-75A1378FC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852BD-9A30-5AF1-5601-DFB1828B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450F9-3AC1-01A9-0DD7-5F3EEFF7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B0C55-74EC-6A3C-5C49-5940E98BF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D2D39-8E2C-385C-7C1E-74CE3621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5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739CA7-9280-C5B0-033A-D31CBDDBD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D8933-E136-E479-5114-8B8832EA2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20B77-78EB-96CF-1FCB-E7C8CDF6C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D60FB-34D6-2E4E-A013-2054DC974C5A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E7C48-0948-B7AD-F695-F552F9D5C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545A7-0653-EE1A-DB63-AD5B29F21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0B856-0336-BE44-9DF9-CE5643E2C3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19303-982F-28AF-3676-9ED7E386F3A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8425" y="63500"/>
            <a:ext cx="13557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128692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AE43-CEC6-5ED2-F6F5-65CD18C2EC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Briefing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11A4C-D27D-E21A-180E-EB557249D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SE301</a:t>
            </a:r>
          </a:p>
        </p:txBody>
      </p:sp>
    </p:spTree>
    <p:extLst>
      <p:ext uri="{BB962C8B-B14F-4D97-AF65-F5344CB8AC3E}">
        <p14:creationId xmlns:p14="http://schemas.microsoft.com/office/powerpoint/2010/main" val="36897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1F801-046E-3B8F-8F99-177F363D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6A3B3-1890-C6D2-51B1-CD3D1136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Practice,</a:t>
            </a:r>
          </a:p>
          <a:p>
            <a:pPr lvl="1"/>
            <a:r>
              <a:rPr lang="en-US" dirty="0"/>
              <a:t>Multithreaded programming using the Java programming language.</a:t>
            </a:r>
          </a:p>
          <a:p>
            <a:pPr lvl="1"/>
            <a:r>
              <a:rPr lang="en-US" dirty="0"/>
              <a:t>Applying the clean code practices.</a:t>
            </a:r>
          </a:p>
          <a:p>
            <a:pPr lvl="1"/>
            <a:r>
              <a:rPr lang="en-US" dirty="0"/>
              <a:t>Fine-tune the JVM for optimal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0373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E576-95A5-DAF7-F22A-E5FAFAED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6677-8725-87C1-74BA-F466BBE9A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Refactor the given code</a:t>
            </a:r>
          </a:p>
          <a:p>
            <a:pPr lvl="1"/>
            <a:r>
              <a:rPr lang="en-US" dirty="0"/>
              <a:t>Deconstruct</a:t>
            </a:r>
          </a:p>
          <a:p>
            <a:pPr lvl="1"/>
            <a:r>
              <a:rPr lang="en-US" dirty="0"/>
              <a:t>Apply SOLID principles</a:t>
            </a:r>
          </a:p>
          <a:p>
            <a:pPr lvl="1"/>
            <a:r>
              <a:rPr lang="en-US" dirty="0"/>
              <a:t>Implement High-Performance Concurrency</a:t>
            </a:r>
          </a:p>
          <a:p>
            <a:pPr lvl="1"/>
            <a:r>
              <a:rPr lang="en-US" dirty="0"/>
              <a:t>Modernize Legacy APIs</a:t>
            </a:r>
          </a:p>
          <a:p>
            <a:pPr lvl="1"/>
            <a:r>
              <a:rPr lang="en-US" dirty="0"/>
              <a:t>Use modern Java features</a:t>
            </a:r>
          </a:p>
        </p:txBody>
      </p:sp>
    </p:spTree>
    <p:extLst>
      <p:ext uri="{BB962C8B-B14F-4D97-AF65-F5344CB8AC3E}">
        <p14:creationId xmlns:p14="http://schemas.microsoft.com/office/powerpoint/2010/main" val="3374164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8FD7-B5A9-DDBB-DAEF-1272A8D9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5231D-A3F4-0248-3547-99D0B2796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</a:t>
            </a:r>
          </a:p>
          <a:p>
            <a:pPr lvl="1"/>
            <a:r>
              <a:rPr lang="en-US" dirty="0"/>
              <a:t>JDK 21 (except for bonus category)</a:t>
            </a:r>
          </a:p>
          <a:p>
            <a:pPr lvl="1"/>
            <a:r>
              <a:rPr lang="en-US" dirty="0"/>
              <a:t>Git to collaborate and manage the source code</a:t>
            </a:r>
          </a:p>
          <a:p>
            <a:pPr lvl="1"/>
            <a:r>
              <a:rPr lang="en-US" dirty="0"/>
              <a:t>IDE - IntelliJ idea is recommended.</a:t>
            </a:r>
          </a:p>
          <a:p>
            <a:pPr lvl="1"/>
            <a:r>
              <a:rPr lang="en-US" dirty="0"/>
              <a:t>Build tool – maven</a:t>
            </a:r>
          </a:p>
          <a:p>
            <a:r>
              <a:rPr lang="en-US" dirty="0"/>
              <a:t>Submission</a:t>
            </a:r>
          </a:p>
          <a:p>
            <a:pPr lvl="1"/>
            <a:r>
              <a:rPr lang="en-US" dirty="0"/>
              <a:t>Complete code in a zip file</a:t>
            </a:r>
          </a:p>
          <a:p>
            <a:pPr lvl="1"/>
            <a:r>
              <a:rPr lang="en-US" dirty="0"/>
              <a:t>Runnable jar file (all the dependencies bundled with)</a:t>
            </a:r>
          </a:p>
          <a:p>
            <a:pPr lvl="1"/>
            <a:r>
              <a:rPr lang="en-US" dirty="0"/>
              <a:t>Report</a:t>
            </a:r>
          </a:p>
          <a:p>
            <a:pPr lvl="2"/>
            <a:r>
              <a:rPr lang="en-US" dirty="0"/>
              <a:t>Recorded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03729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02FB-2B29-E0BA-00DE-E87951CC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45D6D-92E3-0D2E-554C-D75A2ABAD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Technical Design &amp; Refactoring Score  - 60 Points</a:t>
            </a:r>
          </a:p>
          <a:p>
            <a:pPr lvl="1"/>
            <a:r>
              <a:rPr lang="en-US" dirty="0"/>
              <a:t>Architectural Design &amp; SOLID Principles</a:t>
            </a:r>
          </a:p>
          <a:p>
            <a:pPr lvl="1"/>
            <a:r>
              <a:rPr lang="en-US" dirty="0"/>
              <a:t>Concurrency Model</a:t>
            </a:r>
          </a:p>
          <a:p>
            <a:pPr lvl="1"/>
            <a:r>
              <a:rPr lang="en-US" dirty="0"/>
              <a:t>Memory &amp; Algorithmic Strategy</a:t>
            </a:r>
          </a:p>
          <a:p>
            <a:r>
              <a:rPr lang="en-US" dirty="0"/>
              <a:t>Performance Score - 40 Points</a:t>
            </a:r>
          </a:p>
          <a:p>
            <a:pPr lvl="1"/>
            <a:r>
              <a:rPr lang="en-US" dirty="0"/>
              <a:t>1st Place Team: 40 Points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9th Place Team: 17 Points</a:t>
            </a:r>
          </a:p>
          <a:p>
            <a:pPr lvl="1"/>
            <a:r>
              <a:rPr lang="en-US" dirty="0"/>
              <a:t>All Other Correctly Finishing Teams: 15 Points</a:t>
            </a:r>
          </a:p>
          <a:p>
            <a:r>
              <a:rPr lang="en-US" dirty="0"/>
              <a:t>Bonus - 5 Points</a:t>
            </a:r>
          </a:p>
          <a:p>
            <a:pPr lvl="1"/>
            <a:r>
              <a:rPr lang="en-US" dirty="0"/>
              <a:t>Using JDK 25 features to further improve the performance</a:t>
            </a:r>
          </a:p>
        </p:txBody>
      </p:sp>
    </p:spTree>
    <p:extLst>
      <p:ext uri="{BB962C8B-B14F-4D97-AF65-F5344CB8AC3E}">
        <p14:creationId xmlns:p14="http://schemas.microsoft.com/office/powerpoint/2010/main" val="59411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Privilege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154</Words>
  <Application>Microsoft Macintosh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Project Briefing</vt:lpstr>
      <vt:lpstr>Purpose</vt:lpstr>
      <vt:lpstr>Requirements</vt:lpstr>
      <vt:lpstr>Instructions</vt:lpstr>
      <vt:lpstr>Grading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Kasun GAMLATH</dc:creator>
  <cp:lastModifiedBy>Kasun GAMLATH</cp:lastModifiedBy>
  <cp:revision>3</cp:revision>
  <dcterms:created xsi:type="dcterms:W3CDTF">2025-10-15T07:11:35Z</dcterms:created>
  <dcterms:modified xsi:type="dcterms:W3CDTF">2025-10-18T12:45:52Z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SMU Classification: Restricted</vt:lpwstr>
  </property>
</Properties>
</file>